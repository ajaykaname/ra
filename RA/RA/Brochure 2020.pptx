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906000" cy="6858000" type="A4"/>
  <p:notesSz cx="6858000" cy="9144000"/>
  <p:defaultTextStyle>
    <a:defPPr>
      <a:defRPr lang="en-US">
        <a:uFillTx/>
      </a:defRPr>
    </a:defPPr>
    <a:lvl1pPr marL="0" algn="l" defTabSz="4572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-1224" y="-9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>
                <a:uFillTx/>
              </a:defRPr>
            </a:lvl1pPr>
            <a:lvl2pPr marL="457200" indent="0" algn="ctr">
              <a:buNone/>
              <a:defRPr sz="2000">
                <a:uFillTx/>
              </a:defRPr>
            </a:lvl2pPr>
            <a:lvl3pPr marL="914400" indent="0" algn="ctr">
              <a:buNone/>
              <a:defRPr sz="1800">
                <a:uFillTx/>
              </a:defRPr>
            </a:lvl3pPr>
            <a:lvl4pPr marL="1371600" indent="0" algn="ctr">
              <a:buNone/>
              <a:defRPr sz="1600">
                <a:uFillTx/>
              </a:defRPr>
            </a:lvl4pPr>
            <a:lvl5pPr marL="1828800" indent="0" algn="ctr">
              <a:buNone/>
              <a:defRPr sz="1600">
                <a:uFillTx/>
              </a:defRPr>
            </a:lvl5pPr>
            <a:lvl6pPr marL="2286000" indent="0" algn="ctr">
              <a:buNone/>
              <a:defRPr sz="1600">
                <a:uFillTx/>
              </a:defRPr>
            </a:lvl6pPr>
            <a:lvl7pPr marL="2743200" indent="0" algn="ctr">
              <a:buNone/>
              <a:defRPr sz="1600">
                <a:uFillTx/>
              </a:defRPr>
            </a:lvl7pPr>
            <a:lvl8pPr marL="3200400" indent="0" algn="ctr">
              <a:buNone/>
              <a:defRPr sz="1600">
                <a:uFillTx/>
              </a:defRPr>
            </a:lvl8pPr>
            <a:lvl9pPr marL="3657600" indent="0" algn="ctr">
              <a:buNone/>
              <a:defRPr sz="1600">
                <a:uFillTx/>
              </a:defRPr>
            </a:lvl9pPr>
          </a:lstStyle>
          <a:p>
            <a:r>
              <a:rPr lang="en-US">
                <a:uFillTx/>
              </a:rPr>
              <a:t>Click to edit Master subtitle style</a:t>
            </a:r>
            <a:endParaRPr lang="en-US" dirty="0"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8189-857F-42A0-BBC8-3475B5A33050}" type="datetimeFigureOut">
              <a:rPr lang="en-US" smtClean="0">
                <a:uFillTx/>
              </a:rPr>
              <a:pPr/>
              <a:t>12/14/2020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C2FB-727D-47CD-89E2-60064C664EE6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  <a:endParaRPr lang="en-US" dirty="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US" dirty="0"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8189-857F-42A0-BBC8-3475B5A33050}" type="datetimeFigureOut">
              <a:rPr lang="en-US" smtClean="0">
                <a:uFillTx/>
              </a:rPr>
              <a:pPr/>
              <a:t>12/14/2020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C2FB-727D-47CD-89E2-60064C664EE6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  <a:endParaRPr lang="en-US" dirty="0">
              <a:uFillTx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8189-857F-42A0-BBC8-3475B5A33050}" type="datetimeFigureOut">
              <a:rPr lang="en-US" smtClean="0">
                <a:uFillTx/>
              </a:rPr>
              <a:pPr/>
              <a:t>12/14/2020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C2FB-727D-47CD-89E2-60064C664EE6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  <a:endParaRPr lang="en-US" dirty="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US" dirty="0">
              <a:uFillTx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US" dirty="0">
              <a:uFillTx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8189-857F-42A0-BBC8-3475B5A33050}" type="datetimeFigureOut">
              <a:rPr lang="en-US" smtClean="0">
                <a:uFillTx/>
              </a:rPr>
              <a:pPr/>
              <a:t>12/14/2020</a:t>
            </a:fld>
            <a:endParaRPr lang="en-US"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C2FB-727D-47CD-89E2-60064C664EE6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>
                <a:uFillTx/>
              </a:rPr>
              <a:t>Click to edit Master title style</a:t>
            </a:r>
            <a:endParaRPr lang="en-US" dirty="0">
              <a:uFillTx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>
                <a:uFillTx/>
              </a:defRPr>
            </a:lvl1pPr>
            <a:lvl2pPr marL="457200" indent="0">
              <a:buNone/>
              <a:defRPr sz="2000" b="1">
                <a:uFillTx/>
              </a:defRPr>
            </a:lvl2pPr>
            <a:lvl3pPr marL="914400" indent="0">
              <a:buNone/>
              <a:defRPr sz="1800" b="1">
                <a:uFillTx/>
              </a:defRPr>
            </a:lvl3pPr>
            <a:lvl4pPr marL="1371600" indent="0">
              <a:buNone/>
              <a:defRPr sz="1600" b="1">
                <a:uFillTx/>
              </a:defRPr>
            </a:lvl4pPr>
            <a:lvl5pPr marL="1828800" indent="0">
              <a:buNone/>
              <a:defRPr sz="1600" b="1">
                <a:uFillTx/>
              </a:defRPr>
            </a:lvl5pPr>
            <a:lvl6pPr marL="2286000" indent="0">
              <a:buNone/>
              <a:defRPr sz="1600" b="1">
                <a:uFillTx/>
              </a:defRPr>
            </a:lvl6pPr>
            <a:lvl7pPr marL="2743200" indent="0">
              <a:buNone/>
              <a:defRPr sz="1600" b="1">
                <a:uFillTx/>
              </a:defRPr>
            </a:lvl7pPr>
            <a:lvl8pPr marL="3200400" indent="0">
              <a:buNone/>
              <a:defRPr sz="1600" b="1">
                <a:uFillTx/>
              </a:defRPr>
            </a:lvl8pPr>
            <a:lvl9pPr marL="3657600" indent="0">
              <a:buNone/>
              <a:defRPr sz="1600" b="1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US" dirty="0">
              <a:uFillTx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>
                <a:uFillTx/>
              </a:defRPr>
            </a:lvl1pPr>
            <a:lvl2pPr marL="457200" indent="0">
              <a:buNone/>
              <a:defRPr sz="2000" b="1">
                <a:uFillTx/>
              </a:defRPr>
            </a:lvl2pPr>
            <a:lvl3pPr marL="914400" indent="0">
              <a:buNone/>
              <a:defRPr sz="1800" b="1">
                <a:uFillTx/>
              </a:defRPr>
            </a:lvl3pPr>
            <a:lvl4pPr marL="1371600" indent="0">
              <a:buNone/>
              <a:defRPr sz="1600" b="1">
                <a:uFillTx/>
              </a:defRPr>
            </a:lvl4pPr>
            <a:lvl5pPr marL="1828800" indent="0">
              <a:buNone/>
              <a:defRPr sz="1600" b="1">
                <a:uFillTx/>
              </a:defRPr>
            </a:lvl5pPr>
            <a:lvl6pPr marL="2286000" indent="0">
              <a:buNone/>
              <a:defRPr sz="1600" b="1">
                <a:uFillTx/>
              </a:defRPr>
            </a:lvl6pPr>
            <a:lvl7pPr marL="2743200" indent="0">
              <a:buNone/>
              <a:defRPr sz="1600" b="1">
                <a:uFillTx/>
              </a:defRPr>
            </a:lvl7pPr>
            <a:lvl8pPr marL="3200400" indent="0">
              <a:buNone/>
              <a:defRPr sz="1600" b="1">
                <a:uFillTx/>
              </a:defRPr>
            </a:lvl8pPr>
            <a:lvl9pPr marL="3657600" indent="0">
              <a:buNone/>
              <a:defRPr sz="1600" b="1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US" dirty="0">
              <a:uFillTx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8189-857F-42A0-BBC8-3475B5A33050}" type="datetimeFigureOut">
              <a:rPr lang="en-US" smtClean="0">
                <a:uFillTx/>
              </a:rPr>
              <a:pPr/>
              <a:t>12/14/2020</a:t>
            </a:fld>
            <a:endParaRPr lang="en-US">
              <a:uFillTx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uFillTx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C2FB-727D-47CD-89E2-60064C664EE6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  <a:endParaRPr lang="en-US" dirty="0">
              <a:uFillTx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8189-857F-42A0-BBC8-3475B5A33050}" type="datetimeFigureOut">
              <a:rPr lang="en-US" smtClean="0">
                <a:uFillTx/>
              </a:rPr>
              <a:pPr/>
              <a:t>12/14/2020</a:t>
            </a:fld>
            <a:endParaRPr lang="en-US">
              <a:uFillTx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uFillTx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C2FB-727D-47CD-89E2-60064C664EE6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8189-857F-42A0-BBC8-3475B5A33050}" type="datetimeFigureOut">
              <a:rPr lang="en-US" smtClean="0">
                <a:uFillTx/>
              </a:rPr>
              <a:pPr/>
              <a:t>12/14/2020</a:t>
            </a:fld>
            <a:endParaRPr lang="en-US">
              <a:uFillTx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C2FB-727D-47CD-89E2-60064C664EE6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  <a:endParaRPr lang="en-US" dirty="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>
                <a:uFillTx/>
              </a:defRPr>
            </a:lvl1pPr>
            <a:lvl2pPr>
              <a:defRPr sz="2800">
                <a:uFillTx/>
              </a:defRPr>
            </a:lvl2pPr>
            <a:lvl3pPr>
              <a:defRPr sz="2400">
                <a:uFillTx/>
              </a:defRPr>
            </a:lvl3pPr>
            <a:lvl4pPr>
              <a:defRPr sz="2000">
                <a:uFillTx/>
              </a:defRPr>
            </a:lvl4pPr>
            <a:lvl5pPr>
              <a:defRPr sz="2000">
                <a:uFillTx/>
              </a:defRPr>
            </a:lvl5pPr>
            <a:lvl6pPr>
              <a:defRPr sz="2000">
                <a:uFillTx/>
              </a:defRPr>
            </a:lvl6pPr>
            <a:lvl7pPr>
              <a:defRPr sz="2000">
                <a:uFillTx/>
              </a:defRPr>
            </a:lvl7pPr>
            <a:lvl8pPr>
              <a:defRPr sz="2000">
                <a:uFillTx/>
              </a:defRPr>
            </a:lvl8pPr>
            <a:lvl9pPr>
              <a:defRPr sz="20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US" dirty="0">
              <a:uFillTx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>
                <a:uFillTx/>
              </a:defRPr>
            </a:lvl1pPr>
            <a:lvl2pPr marL="457200" indent="0">
              <a:buNone/>
              <a:defRPr sz="1400">
                <a:uFillTx/>
              </a:defRPr>
            </a:lvl2pPr>
            <a:lvl3pPr marL="914400" indent="0">
              <a:buNone/>
              <a:defRPr sz="1200">
                <a:uFillTx/>
              </a:defRPr>
            </a:lvl3pPr>
            <a:lvl4pPr marL="1371600" indent="0">
              <a:buNone/>
              <a:defRPr sz="1000">
                <a:uFillTx/>
              </a:defRPr>
            </a:lvl4pPr>
            <a:lvl5pPr marL="1828800" indent="0">
              <a:buNone/>
              <a:defRPr sz="1000">
                <a:uFillTx/>
              </a:defRPr>
            </a:lvl5pPr>
            <a:lvl6pPr marL="2286000" indent="0">
              <a:buNone/>
              <a:defRPr sz="1000">
                <a:uFillTx/>
              </a:defRPr>
            </a:lvl6pPr>
            <a:lvl7pPr marL="2743200" indent="0">
              <a:buNone/>
              <a:defRPr sz="1000">
                <a:uFillTx/>
              </a:defRPr>
            </a:lvl7pPr>
            <a:lvl8pPr marL="3200400" indent="0">
              <a:buNone/>
              <a:defRPr sz="1000">
                <a:uFillTx/>
              </a:defRPr>
            </a:lvl8pPr>
            <a:lvl9pPr marL="3657600" indent="0">
              <a:buNone/>
              <a:defRPr sz="10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8189-857F-42A0-BBC8-3475B5A33050}" type="datetimeFigureOut">
              <a:rPr lang="en-US" smtClean="0">
                <a:uFillTx/>
              </a:rPr>
              <a:pPr/>
              <a:t>12/14/2020</a:t>
            </a:fld>
            <a:endParaRPr lang="en-US"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C2FB-727D-47CD-89E2-60064C664EE6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  <a:endParaRPr lang="en-US" dirty="0">
              <a:uFillTx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>
                <a:uFillTx/>
              </a:defRPr>
            </a:lvl1pPr>
            <a:lvl2pPr marL="457200" indent="0">
              <a:buNone/>
              <a:defRPr sz="2800">
                <a:uFillTx/>
              </a:defRPr>
            </a:lvl2pPr>
            <a:lvl3pPr marL="914400" indent="0">
              <a:buNone/>
              <a:defRPr sz="2400">
                <a:uFillTx/>
              </a:defRPr>
            </a:lvl3pPr>
            <a:lvl4pPr marL="1371600" indent="0">
              <a:buNone/>
              <a:defRPr sz="2000">
                <a:uFillTx/>
              </a:defRPr>
            </a:lvl4pPr>
            <a:lvl5pPr marL="1828800" indent="0">
              <a:buNone/>
              <a:defRPr sz="2000">
                <a:uFillTx/>
              </a:defRPr>
            </a:lvl5pPr>
            <a:lvl6pPr marL="2286000" indent="0">
              <a:buNone/>
              <a:defRPr sz="2000">
                <a:uFillTx/>
              </a:defRPr>
            </a:lvl6pPr>
            <a:lvl7pPr marL="2743200" indent="0">
              <a:buNone/>
              <a:defRPr sz="2000">
                <a:uFillTx/>
              </a:defRPr>
            </a:lvl7pPr>
            <a:lvl8pPr marL="3200400" indent="0">
              <a:buNone/>
              <a:defRPr sz="2000">
                <a:uFillTx/>
              </a:defRPr>
            </a:lvl8pPr>
            <a:lvl9pPr marL="3657600" indent="0">
              <a:buNone/>
              <a:defRPr sz="2000">
                <a:uFillTx/>
              </a:defRPr>
            </a:lvl9pPr>
          </a:lstStyle>
          <a:p>
            <a:r>
              <a:rPr lang="en-US">
                <a:uFillTx/>
              </a:rPr>
              <a:t>Click icon to add picture</a:t>
            </a:r>
            <a:endParaRPr lang="en-US" dirty="0">
              <a:uFillTx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>
                <a:uFillTx/>
              </a:defRPr>
            </a:lvl1pPr>
            <a:lvl2pPr marL="457200" indent="0">
              <a:buNone/>
              <a:defRPr sz="1400">
                <a:uFillTx/>
              </a:defRPr>
            </a:lvl2pPr>
            <a:lvl3pPr marL="914400" indent="0">
              <a:buNone/>
              <a:defRPr sz="1200">
                <a:uFillTx/>
              </a:defRPr>
            </a:lvl3pPr>
            <a:lvl4pPr marL="1371600" indent="0">
              <a:buNone/>
              <a:defRPr sz="1000">
                <a:uFillTx/>
              </a:defRPr>
            </a:lvl4pPr>
            <a:lvl5pPr marL="1828800" indent="0">
              <a:buNone/>
              <a:defRPr sz="1000">
                <a:uFillTx/>
              </a:defRPr>
            </a:lvl5pPr>
            <a:lvl6pPr marL="2286000" indent="0">
              <a:buNone/>
              <a:defRPr sz="1000">
                <a:uFillTx/>
              </a:defRPr>
            </a:lvl6pPr>
            <a:lvl7pPr marL="2743200" indent="0">
              <a:buNone/>
              <a:defRPr sz="1000">
                <a:uFillTx/>
              </a:defRPr>
            </a:lvl7pPr>
            <a:lvl8pPr marL="3200400" indent="0">
              <a:buNone/>
              <a:defRPr sz="1000">
                <a:uFillTx/>
              </a:defRPr>
            </a:lvl8pPr>
            <a:lvl9pPr marL="3657600" indent="0">
              <a:buNone/>
              <a:defRPr sz="10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8189-857F-42A0-BBC8-3475B5A33050}" type="datetimeFigureOut">
              <a:rPr lang="en-US" smtClean="0">
                <a:uFillTx/>
              </a:rPr>
              <a:pPr/>
              <a:t>12/14/2020</a:t>
            </a:fld>
            <a:endParaRPr lang="en-US"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C2FB-727D-47CD-89E2-60064C664EE6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  <a:endParaRPr lang="en-US" dirty="0">
              <a:uFillTx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US" dirty="0"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8189-857F-42A0-BBC8-3475B5A33050}" type="datetimeFigureOut">
              <a:rPr lang="en-US" smtClean="0">
                <a:uFillTx/>
              </a:rPr>
              <a:pPr/>
              <a:t>12/14/2020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C2FB-727D-47CD-89E2-60064C664EE6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>
                <a:uFillTx/>
              </a:rPr>
              <a:t>Click to edit Master title style</a:t>
            </a:r>
            <a:endParaRPr lang="en-US" dirty="0">
              <a:uFillTx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US" dirty="0"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8189-857F-42A0-BBC8-3475B5A33050}" type="datetimeFigureOut">
              <a:rPr lang="en-US" smtClean="0">
                <a:uFillTx/>
              </a:rPr>
              <a:pPr/>
              <a:t>12/14/2020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BC2FB-727D-47CD-89E2-60064C664EE6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uFillTx/>
              </a:rPr>
              <a:t>Click to edit Master title style</a:t>
            </a:r>
            <a:endParaRPr lang="en-US" dirty="0">
              <a:uFillTx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US" dirty="0"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uFillTx/>
              </a:defRPr>
            </a:lvl1pPr>
          </a:lstStyle>
          <a:p>
            <a:fld id="{33278189-857F-42A0-BBC8-3475B5A33050}" type="datetimeFigureOut">
              <a:rPr lang="en-US" smtClean="0">
                <a:uFillTx/>
              </a:rPr>
              <a:pPr/>
              <a:t>12/14/2020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uFillTx/>
              </a:defRPr>
            </a:lvl1pPr>
          </a:lstStyle>
          <a:p>
            <a:endParaRPr lang="en-US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uFillTx/>
              </a:defRPr>
            </a:lvl1pPr>
          </a:lstStyle>
          <a:p>
            <a:fld id="{5F4BC2FB-727D-47CD-89E2-60064C664EE6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bodyStyle>
    <p:otherStyle>
      <a:defPPr>
        <a:defRPr lang="en-US">
          <a:uFillTx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100908" y="-722433"/>
            <a:ext cx="5863374" cy="8378574"/>
            <a:chOff x="2100908" y="-722433"/>
            <a:chExt cx="5863374" cy="8378574"/>
          </a:xfrm>
          <a:solidFill>
            <a:srgbClr val="BED7EB"/>
          </a:solidFill>
        </p:grpSpPr>
        <p:sp>
          <p:nvSpPr>
            <p:cNvPr id="21" name="Freeform: Shape 20"/>
            <p:cNvSpPr>
              <a:spLocks/>
            </p:cNvSpPr>
            <p:nvPr/>
          </p:nvSpPr>
          <p:spPr>
            <a:xfrm rot="18910538">
              <a:off x="2100908" y="-722433"/>
              <a:ext cx="801858" cy="3025527"/>
            </a:xfrm>
            <a:custGeom>
              <a:avLst/>
              <a:gdLst>
                <a:gd name="connsiteX0" fmla="*/ 0 w 801858"/>
                <a:gd name="connsiteY0" fmla="*/ 0 h 3025527"/>
                <a:gd name="connsiteX1" fmla="*/ 801858 w 801858"/>
                <a:gd name="connsiteY1" fmla="*/ 796956 h 3025527"/>
                <a:gd name="connsiteX2" fmla="*/ 801858 w 801858"/>
                <a:gd name="connsiteY2" fmla="*/ 2218738 h 3025527"/>
                <a:gd name="connsiteX3" fmla="*/ 0 w 801858"/>
                <a:gd name="connsiteY3" fmla="*/ 3025527 h 3025527"/>
                <a:gd name="connsiteX4" fmla="*/ 0 w 801858"/>
                <a:gd name="connsiteY4" fmla="*/ 0 h 302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858" h="3025527">
                  <a:moveTo>
                    <a:pt x="0" y="0"/>
                  </a:moveTo>
                  <a:lnTo>
                    <a:pt x="801858" y="796956"/>
                  </a:lnTo>
                  <a:lnTo>
                    <a:pt x="801858" y="2218738"/>
                  </a:lnTo>
                  <a:lnTo>
                    <a:pt x="0" y="302552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uFillTx/>
              </a:endParaRPr>
            </a:p>
          </p:txBody>
        </p:sp>
        <p:sp>
          <p:nvSpPr>
            <p:cNvPr id="20" name="Freeform: Shape 19"/>
            <p:cNvSpPr>
              <a:spLocks/>
            </p:cNvSpPr>
            <p:nvPr/>
          </p:nvSpPr>
          <p:spPr>
            <a:xfrm rot="18910538">
              <a:off x="4539881" y="493086"/>
              <a:ext cx="801858" cy="5502432"/>
            </a:xfrm>
            <a:custGeom>
              <a:avLst/>
              <a:gdLst>
                <a:gd name="connsiteX0" fmla="*/ 801858 w 801858"/>
                <a:gd name="connsiteY0" fmla="*/ 0 h 5502432"/>
                <a:gd name="connsiteX1" fmla="*/ 801858 w 801858"/>
                <a:gd name="connsiteY1" fmla="*/ 4695644 h 5502432"/>
                <a:gd name="connsiteX2" fmla="*/ 0 w 801858"/>
                <a:gd name="connsiteY2" fmla="*/ 5502432 h 5502432"/>
                <a:gd name="connsiteX3" fmla="*/ 0 w 801858"/>
                <a:gd name="connsiteY3" fmla="*/ 806789 h 5502432"/>
                <a:gd name="connsiteX4" fmla="*/ 801858 w 801858"/>
                <a:gd name="connsiteY4" fmla="*/ 0 h 550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858" h="5502432">
                  <a:moveTo>
                    <a:pt x="801858" y="0"/>
                  </a:moveTo>
                  <a:lnTo>
                    <a:pt x="801858" y="4695644"/>
                  </a:lnTo>
                  <a:lnTo>
                    <a:pt x="0" y="5502432"/>
                  </a:lnTo>
                  <a:lnTo>
                    <a:pt x="0" y="806789"/>
                  </a:lnTo>
                  <a:lnTo>
                    <a:pt x="80185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uFillTx/>
              </a:endParaRPr>
            </a:p>
          </p:txBody>
        </p:sp>
        <p:sp>
          <p:nvSpPr>
            <p:cNvPr id="19" name="Freeform: Shape 18"/>
            <p:cNvSpPr>
              <a:spLocks/>
            </p:cNvSpPr>
            <p:nvPr/>
          </p:nvSpPr>
          <p:spPr>
            <a:xfrm rot="18910538">
              <a:off x="7162424" y="4109803"/>
              <a:ext cx="801858" cy="3546338"/>
            </a:xfrm>
            <a:custGeom>
              <a:avLst/>
              <a:gdLst>
                <a:gd name="connsiteX0" fmla="*/ 801858 w 801858"/>
                <a:gd name="connsiteY0" fmla="*/ 0 h 3546338"/>
                <a:gd name="connsiteX1" fmla="*/ 801857 w 801858"/>
                <a:gd name="connsiteY1" fmla="*/ 3546338 h 3546338"/>
                <a:gd name="connsiteX2" fmla="*/ 0 w 801858"/>
                <a:gd name="connsiteY2" fmla="*/ 2749381 h 3546338"/>
                <a:gd name="connsiteX3" fmla="*/ 0 w 801858"/>
                <a:gd name="connsiteY3" fmla="*/ 806789 h 3546338"/>
                <a:gd name="connsiteX4" fmla="*/ 801858 w 801858"/>
                <a:gd name="connsiteY4" fmla="*/ 0 h 3546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858" h="3546338">
                  <a:moveTo>
                    <a:pt x="801858" y="0"/>
                  </a:moveTo>
                  <a:lnTo>
                    <a:pt x="801857" y="3546338"/>
                  </a:lnTo>
                  <a:lnTo>
                    <a:pt x="0" y="2749381"/>
                  </a:lnTo>
                  <a:lnTo>
                    <a:pt x="0" y="806789"/>
                  </a:lnTo>
                  <a:lnTo>
                    <a:pt x="80185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uFillTx/>
              </a:endParaRPr>
            </a:p>
          </p:txBody>
        </p:sp>
      </p:grpSp>
      <p:sp>
        <p:nvSpPr>
          <p:cNvPr id="17" name="Freeform: Shape 16"/>
          <p:cNvSpPr>
            <a:spLocks/>
          </p:cNvSpPr>
          <p:nvPr/>
        </p:nvSpPr>
        <p:spPr>
          <a:xfrm rot="18910538">
            <a:off x="-1719970" y="372641"/>
            <a:ext cx="5650870" cy="7179099"/>
          </a:xfrm>
          <a:custGeom>
            <a:avLst/>
            <a:gdLst>
              <a:gd name="connsiteX0" fmla="*/ 4834451 w 5650870"/>
              <a:gd name="connsiteY0" fmla="*/ 0 h 7179099"/>
              <a:gd name="connsiteX1" fmla="*/ 5650870 w 5650870"/>
              <a:gd name="connsiteY1" fmla="*/ 811430 h 7179099"/>
              <a:gd name="connsiteX2" fmla="*/ 5650870 w 5650870"/>
              <a:gd name="connsiteY2" fmla="*/ 3836957 h 7179099"/>
              <a:gd name="connsiteX3" fmla="*/ 2329155 w 5650870"/>
              <a:gd name="connsiteY3" fmla="*/ 7179099 h 7179099"/>
              <a:gd name="connsiteX4" fmla="*/ 0 w 5650870"/>
              <a:gd name="connsiteY4" fmla="*/ 4864181 h 7179099"/>
              <a:gd name="connsiteX5" fmla="*/ 4834451 w 5650870"/>
              <a:gd name="connsiteY5" fmla="*/ 0 h 7179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50870" h="7179099">
                <a:moveTo>
                  <a:pt x="4834451" y="0"/>
                </a:moveTo>
                <a:lnTo>
                  <a:pt x="5650870" y="811430"/>
                </a:lnTo>
                <a:lnTo>
                  <a:pt x="5650870" y="3836957"/>
                </a:lnTo>
                <a:lnTo>
                  <a:pt x="2329155" y="7179099"/>
                </a:lnTo>
                <a:lnTo>
                  <a:pt x="0" y="4864181"/>
                </a:lnTo>
                <a:lnTo>
                  <a:pt x="4834451" y="0"/>
                </a:lnTo>
                <a:close/>
              </a:path>
            </a:pathLst>
          </a:custGeom>
          <a:solidFill>
            <a:srgbClr val="2C4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sp>
        <p:nvSpPr>
          <p:cNvPr id="16" name="Freeform: Shape 15"/>
          <p:cNvSpPr>
            <a:spLocks/>
          </p:cNvSpPr>
          <p:nvPr/>
        </p:nvSpPr>
        <p:spPr>
          <a:xfrm rot="18910538">
            <a:off x="2679403" y="-457239"/>
            <a:ext cx="710877" cy="1421782"/>
          </a:xfrm>
          <a:custGeom>
            <a:avLst/>
            <a:gdLst>
              <a:gd name="connsiteX0" fmla="*/ 0 w 710877"/>
              <a:gd name="connsiteY0" fmla="*/ 0 h 1421782"/>
              <a:gd name="connsiteX1" fmla="*/ 710877 w 710877"/>
              <a:gd name="connsiteY1" fmla="*/ 706533 h 1421782"/>
              <a:gd name="connsiteX2" fmla="*/ 0 w 710877"/>
              <a:gd name="connsiteY2" fmla="*/ 1421782 h 1421782"/>
              <a:gd name="connsiteX3" fmla="*/ 0 w 710877"/>
              <a:gd name="connsiteY3" fmla="*/ 0 h 1421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0877" h="1421782">
                <a:moveTo>
                  <a:pt x="0" y="0"/>
                </a:moveTo>
                <a:lnTo>
                  <a:pt x="710877" y="706533"/>
                </a:lnTo>
                <a:lnTo>
                  <a:pt x="0" y="1421782"/>
                </a:lnTo>
                <a:lnTo>
                  <a:pt x="0" y="0"/>
                </a:lnTo>
                <a:close/>
              </a:path>
            </a:pathLst>
          </a:custGeom>
          <a:solidFill>
            <a:srgbClr val="577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sp>
        <p:nvSpPr>
          <p:cNvPr id="15" name="Freeform: Shape 14"/>
          <p:cNvSpPr>
            <a:spLocks/>
          </p:cNvSpPr>
          <p:nvPr/>
        </p:nvSpPr>
        <p:spPr>
          <a:xfrm rot="18910538">
            <a:off x="4243424" y="-1363232"/>
            <a:ext cx="3059985" cy="5412231"/>
          </a:xfrm>
          <a:custGeom>
            <a:avLst/>
            <a:gdLst>
              <a:gd name="connsiteX0" fmla="*/ 712207 w 3059985"/>
              <a:gd name="connsiteY0" fmla="*/ 0 h 5412231"/>
              <a:gd name="connsiteX1" fmla="*/ 3059985 w 3059985"/>
              <a:gd name="connsiteY1" fmla="*/ 2333428 h 5412231"/>
              <a:gd name="connsiteX2" fmla="*/ 0 w 3059985"/>
              <a:gd name="connsiteY2" fmla="*/ 5412231 h 5412231"/>
              <a:gd name="connsiteX3" fmla="*/ 0 w 3059985"/>
              <a:gd name="connsiteY3" fmla="*/ 716587 h 5412231"/>
              <a:gd name="connsiteX4" fmla="*/ 712207 w 3059985"/>
              <a:gd name="connsiteY4" fmla="*/ 0 h 5412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9985" h="5412231">
                <a:moveTo>
                  <a:pt x="712207" y="0"/>
                </a:moveTo>
                <a:lnTo>
                  <a:pt x="3059985" y="2333428"/>
                </a:lnTo>
                <a:lnTo>
                  <a:pt x="0" y="5412231"/>
                </a:lnTo>
                <a:lnTo>
                  <a:pt x="0" y="716587"/>
                </a:lnTo>
                <a:lnTo>
                  <a:pt x="712207" y="0"/>
                </a:lnTo>
                <a:close/>
              </a:path>
            </a:pathLst>
          </a:custGeom>
          <a:solidFill>
            <a:srgbClr val="2C42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sp>
        <p:nvSpPr>
          <p:cNvPr id="14" name="Freeform: Shape 13"/>
          <p:cNvSpPr>
            <a:spLocks/>
          </p:cNvSpPr>
          <p:nvPr/>
        </p:nvSpPr>
        <p:spPr>
          <a:xfrm rot="18910538">
            <a:off x="6179541" y="-785062"/>
            <a:ext cx="5409093" cy="7197609"/>
          </a:xfrm>
          <a:custGeom>
            <a:avLst/>
            <a:gdLst>
              <a:gd name="connsiteX0" fmla="*/ 3061316 w 5409093"/>
              <a:gd name="connsiteY0" fmla="*/ 0 h 7197609"/>
              <a:gd name="connsiteX1" fmla="*/ 5409093 w 5409093"/>
              <a:gd name="connsiteY1" fmla="*/ 2333429 h 7197609"/>
              <a:gd name="connsiteX2" fmla="*/ 574643 w 5409093"/>
              <a:gd name="connsiteY2" fmla="*/ 7197609 h 7197609"/>
              <a:gd name="connsiteX3" fmla="*/ 0 w 5409093"/>
              <a:gd name="connsiteY3" fmla="*/ 6626479 h 7197609"/>
              <a:gd name="connsiteX4" fmla="*/ 1 w 5409093"/>
              <a:gd name="connsiteY4" fmla="*/ 3080141 h 7197609"/>
              <a:gd name="connsiteX5" fmla="*/ 3061316 w 5409093"/>
              <a:gd name="connsiteY5" fmla="*/ 0 h 7197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9093" h="7197609">
                <a:moveTo>
                  <a:pt x="3061316" y="0"/>
                </a:moveTo>
                <a:lnTo>
                  <a:pt x="5409093" y="2333429"/>
                </a:lnTo>
                <a:lnTo>
                  <a:pt x="574643" y="7197609"/>
                </a:lnTo>
                <a:lnTo>
                  <a:pt x="0" y="6626479"/>
                </a:lnTo>
                <a:lnTo>
                  <a:pt x="1" y="3080141"/>
                </a:lnTo>
                <a:lnTo>
                  <a:pt x="3061316" y="0"/>
                </a:lnTo>
                <a:close/>
              </a:path>
            </a:pathLst>
          </a:custGeom>
          <a:solidFill>
            <a:srgbClr val="BED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sp>
        <p:nvSpPr>
          <p:cNvPr id="13" name="Freeform: Shape 12"/>
          <p:cNvSpPr>
            <a:spLocks/>
          </p:cNvSpPr>
          <p:nvPr/>
        </p:nvSpPr>
        <p:spPr>
          <a:xfrm rot="18910538">
            <a:off x="2883880" y="1173392"/>
            <a:ext cx="801858" cy="809449"/>
          </a:xfrm>
          <a:custGeom>
            <a:avLst/>
            <a:gdLst>
              <a:gd name="connsiteX0" fmla="*/ 801858 w 801858"/>
              <a:gd name="connsiteY0" fmla="*/ 0 h 809449"/>
              <a:gd name="connsiteX1" fmla="*/ 801858 w 801858"/>
              <a:gd name="connsiteY1" fmla="*/ 2660 h 809449"/>
              <a:gd name="connsiteX2" fmla="*/ 0 w 801858"/>
              <a:gd name="connsiteY2" fmla="*/ 809449 h 809449"/>
              <a:gd name="connsiteX3" fmla="*/ 0 w 801858"/>
              <a:gd name="connsiteY3" fmla="*/ 806789 h 809449"/>
              <a:gd name="connsiteX4" fmla="*/ 801858 w 801858"/>
              <a:gd name="connsiteY4" fmla="*/ 0 h 809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858" h="809449">
                <a:moveTo>
                  <a:pt x="801858" y="0"/>
                </a:moveTo>
                <a:lnTo>
                  <a:pt x="801858" y="2660"/>
                </a:lnTo>
                <a:lnTo>
                  <a:pt x="0" y="809449"/>
                </a:lnTo>
                <a:lnTo>
                  <a:pt x="0" y="806789"/>
                </a:lnTo>
                <a:lnTo>
                  <a:pt x="801858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sp>
        <p:nvSpPr>
          <p:cNvPr id="11" name="Freeform: Shape 10"/>
          <p:cNvSpPr>
            <a:spLocks/>
          </p:cNvSpPr>
          <p:nvPr/>
        </p:nvSpPr>
        <p:spPr>
          <a:xfrm rot="18910538">
            <a:off x="6195883" y="4505763"/>
            <a:ext cx="801858" cy="809448"/>
          </a:xfrm>
          <a:custGeom>
            <a:avLst/>
            <a:gdLst>
              <a:gd name="connsiteX0" fmla="*/ 801858 w 801858"/>
              <a:gd name="connsiteY0" fmla="*/ 0 h 809448"/>
              <a:gd name="connsiteX1" fmla="*/ 801858 w 801858"/>
              <a:gd name="connsiteY1" fmla="*/ 2659 h 809448"/>
              <a:gd name="connsiteX2" fmla="*/ 0 w 801858"/>
              <a:gd name="connsiteY2" fmla="*/ 809448 h 809448"/>
              <a:gd name="connsiteX3" fmla="*/ 0 w 801858"/>
              <a:gd name="connsiteY3" fmla="*/ 806788 h 809448"/>
              <a:gd name="connsiteX4" fmla="*/ 801858 w 801858"/>
              <a:gd name="connsiteY4" fmla="*/ 0 h 80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858" h="809448">
                <a:moveTo>
                  <a:pt x="801858" y="0"/>
                </a:moveTo>
                <a:lnTo>
                  <a:pt x="801858" y="2659"/>
                </a:lnTo>
                <a:lnTo>
                  <a:pt x="0" y="809448"/>
                </a:lnTo>
                <a:lnTo>
                  <a:pt x="0" y="806788"/>
                </a:lnTo>
                <a:lnTo>
                  <a:pt x="801858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sp>
        <p:nvSpPr>
          <p:cNvPr id="10" name="Freeform: Shape 9"/>
          <p:cNvSpPr>
            <a:spLocks/>
          </p:cNvSpPr>
          <p:nvPr/>
        </p:nvSpPr>
        <p:spPr>
          <a:xfrm rot="18910538">
            <a:off x="6452362" y="5540136"/>
            <a:ext cx="971278" cy="1942592"/>
          </a:xfrm>
          <a:custGeom>
            <a:avLst/>
            <a:gdLst>
              <a:gd name="connsiteX0" fmla="*/ 971278 w 971278"/>
              <a:gd name="connsiteY0" fmla="*/ 0 h 1942592"/>
              <a:gd name="connsiteX1" fmla="*/ 971278 w 971278"/>
              <a:gd name="connsiteY1" fmla="*/ 1942592 h 1942592"/>
              <a:gd name="connsiteX2" fmla="*/ 0 w 971278"/>
              <a:gd name="connsiteY2" fmla="*/ 977251 h 1942592"/>
              <a:gd name="connsiteX3" fmla="*/ 971278 w 971278"/>
              <a:gd name="connsiteY3" fmla="*/ 0 h 1942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1278" h="1942592">
                <a:moveTo>
                  <a:pt x="971278" y="0"/>
                </a:moveTo>
                <a:lnTo>
                  <a:pt x="971278" y="1942592"/>
                </a:lnTo>
                <a:lnTo>
                  <a:pt x="0" y="977251"/>
                </a:lnTo>
                <a:lnTo>
                  <a:pt x="971278" y="0"/>
                </a:lnTo>
                <a:close/>
              </a:path>
            </a:pathLst>
          </a:custGeom>
          <a:solidFill>
            <a:srgbClr val="2C42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sp>
        <p:nvSpPr>
          <p:cNvPr id="27" name="Hexagon 26"/>
          <p:cNvSpPr>
            <a:spLocks/>
          </p:cNvSpPr>
          <p:nvPr/>
        </p:nvSpPr>
        <p:spPr>
          <a:xfrm rot="5400000">
            <a:off x="128141" y="1499258"/>
            <a:ext cx="800180" cy="689810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sp>
        <p:nvSpPr>
          <p:cNvPr id="28" name="Hexagon 27"/>
          <p:cNvSpPr>
            <a:spLocks/>
          </p:cNvSpPr>
          <p:nvPr/>
        </p:nvSpPr>
        <p:spPr>
          <a:xfrm rot="5400000">
            <a:off x="128141" y="2468339"/>
            <a:ext cx="800180" cy="689810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sp>
        <p:nvSpPr>
          <p:cNvPr id="29" name="Hexagon 28"/>
          <p:cNvSpPr>
            <a:spLocks/>
          </p:cNvSpPr>
          <p:nvPr/>
        </p:nvSpPr>
        <p:spPr>
          <a:xfrm rot="5400000">
            <a:off x="128141" y="3437420"/>
            <a:ext cx="800180" cy="689810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sp>
        <p:nvSpPr>
          <p:cNvPr id="30" name="Hexagon 29"/>
          <p:cNvSpPr>
            <a:spLocks/>
          </p:cNvSpPr>
          <p:nvPr/>
        </p:nvSpPr>
        <p:spPr>
          <a:xfrm rot="5400000">
            <a:off x="128141" y="4406501"/>
            <a:ext cx="800180" cy="689810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104733" y="746817"/>
            <a:ext cx="1999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BED7EB"/>
                </a:solidFill>
                <a:uFillTx/>
                <a:latin typeface="Century Gothic" panose="020B0502020202020204" pitchFamily="34" charset="0"/>
              </a:rPr>
              <a:t>TITLE</a:t>
            </a:r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918603" y="1438342"/>
            <a:ext cx="1860119" cy="761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BED7EB"/>
                </a:solidFill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Lorem ipsum dolor sit amet, consectetuer adipiscing elit. Maecenas porttitor congue massa. </a:t>
            </a: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893792" y="2421197"/>
            <a:ext cx="23953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BED7EB"/>
                </a:solidFill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Lorem ipsum dolor sit amet, consectetuer adipiscing elit. Maecenas porttitor congue massa. 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869893" y="3414808"/>
            <a:ext cx="23953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BED7EB"/>
                </a:solidFill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Lorem ipsum dolor sit amet, consectetuer adipiscing elit. Maecenas porttitor congue massa. 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845994" y="4408419"/>
            <a:ext cx="23953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BED7EB"/>
                </a:solidFill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Lorem ipsum dolor sit amet, consectetuer adipiscing elit. Maecenas porttitor congue massa. </a:t>
            </a:r>
          </a:p>
        </p:txBody>
      </p:sp>
      <p:pic>
        <p:nvPicPr>
          <p:cNvPr id="37" name="Graphic 36" descr="Business Growth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263102" y="3543469"/>
            <a:ext cx="490215" cy="490215"/>
          </a:xfrm>
          <a:prstGeom prst="rect">
            <a:avLst/>
          </a:prstGeom>
        </p:spPr>
      </p:pic>
      <p:pic>
        <p:nvPicPr>
          <p:cNvPr id="39" name="Graphic 38" descr="Handshake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217017" y="1578116"/>
            <a:ext cx="597443" cy="597443"/>
          </a:xfrm>
          <a:prstGeom prst="rect">
            <a:avLst/>
          </a:prstGeom>
        </p:spPr>
      </p:pic>
      <p:pic>
        <p:nvPicPr>
          <p:cNvPr id="41" name="Graphic 40" descr="Briefcase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267757" y="2529173"/>
            <a:ext cx="506580" cy="506580"/>
          </a:xfrm>
          <a:prstGeom prst="rect">
            <a:avLst/>
          </a:prstGeom>
        </p:spPr>
      </p:pic>
      <p:pic>
        <p:nvPicPr>
          <p:cNvPr id="43" name="Graphic 42" descr="Trophy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219686" y="4521334"/>
            <a:ext cx="545163" cy="545163"/>
          </a:xfrm>
          <a:prstGeom prst="rect">
            <a:avLst/>
          </a:prstGeom>
        </p:spPr>
      </p:pic>
      <p:sp>
        <p:nvSpPr>
          <p:cNvPr id="44" name="TextBox 43"/>
          <p:cNvSpPr txBox="1">
            <a:spLocks/>
          </p:cNvSpPr>
          <p:nvPr/>
        </p:nvSpPr>
        <p:spPr>
          <a:xfrm>
            <a:off x="183326" y="5277905"/>
            <a:ext cx="2896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BED7EB"/>
                </a:solidFill>
                <a:uFillTx/>
                <a:latin typeface="Century Gothic" panose="020B0502020202020204" pitchFamily="34" charset="0"/>
              </a:rPr>
              <a:t>HEADLINE 01</a:t>
            </a:r>
          </a:p>
        </p:txBody>
      </p:sp>
      <p:sp>
        <p:nvSpPr>
          <p:cNvPr id="45" name="TextBox 44"/>
          <p:cNvSpPr txBox="1">
            <a:spLocks/>
          </p:cNvSpPr>
          <p:nvPr/>
        </p:nvSpPr>
        <p:spPr>
          <a:xfrm>
            <a:off x="91627" y="5894477"/>
            <a:ext cx="308015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BED7EB"/>
                </a:solidFill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Lorem ipsum dolor sit amet, consectetuer adipiscing elit. Maecenas porttitor congue massa. </a:t>
            </a:r>
          </a:p>
        </p:txBody>
      </p:sp>
      <p:sp>
        <p:nvSpPr>
          <p:cNvPr id="46" name="TextBox 45"/>
          <p:cNvSpPr txBox="1">
            <a:spLocks/>
          </p:cNvSpPr>
          <p:nvPr/>
        </p:nvSpPr>
        <p:spPr>
          <a:xfrm>
            <a:off x="7673184" y="3451449"/>
            <a:ext cx="1835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 smtClean="0">
                <a:solidFill>
                  <a:schemeClr val="tx2">
                    <a:lumMod val="50000"/>
                  </a:schemeClr>
                </a:solidFill>
                <a:uFillTx/>
                <a:latin typeface="Century Gothic" panose="020B0502020202020204" pitchFamily="34" charset="0"/>
              </a:rPr>
              <a:t>Our Services</a:t>
            </a:r>
            <a:endParaRPr lang="en-US" sz="2000" b="1" dirty="0">
              <a:solidFill>
                <a:schemeClr val="tx2">
                  <a:lumMod val="50000"/>
                </a:schemeClr>
              </a:solidFill>
              <a:uFillTx/>
              <a:latin typeface="Century Gothic" panose="020B0502020202020204" pitchFamily="34" charset="0"/>
            </a:endParaRPr>
          </a:p>
        </p:txBody>
      </p:sp>
      <p:sp>
        <p:nvSpPr>
          <p:cNvPr id="49" name="TextBox 48"/>
          <p:cNvSpPr txBox="1">
            <a:spLocks/>
          </p:cNvSpPr>
          <p:nvPr/>
        </p:nvSpPr>
        <p:spPr>
          <a:xfrm>
            <a:off x="7081218" y="3856543"/>
            <a:ext cx="3080155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uFillTx/>
                <a:latin typeface="Microsoft PhagsPa" pitchFamily="34" charset="0"/>
                <a:cs typeface="Arial" panose="020B0604020202020204" pitchFamily="34" charset="0"/>
              </a:rPr>
              <a:t>Survey </a:t>
            </a:r>
            <a:r>
              <a:rPr lang="en-US" sz="1100" dirty="0" smtClean="0">
                <a:uFillTx/>
                <a:latin typeface="Microsoft PhagsPa" pitchFamily="34" charset="0"/>
                <a:cs typeface="Arial" panose="020B0604020202020204" pitchFamily="34" charset="0"/>
              </a:rPr>
              <a:t>Works</a:t>
            </a:r>
          </a:p>
          <a:p>
            <a:endParaRPr lang="en-US" sz="1100" dirty="0" smtClean="0">
              <a:latin typeface="Microsoft PhagsPa" pitchFamily="34" charset="0"/>
              <a:cs typeface="Arial" panose="020B0604020202020204" pitchFamily="34" charset="0"/>
            </a:endParaRPr>
          </a:p>
          <a:p>
            <a:pPr marL="228600" indent="-228600">
              <a:buAutoNum type="arabicParenR"/>
            </a:pPr>
            <a:r>
              <a:rPr lang="en-US" sz="1100" dirty="0" smtClean="0">
                <a:uFillTx/>
                <a:latin typeface="Microsoft PhagsPa" pitchFamily="34" charset="0"/>
                <a:cs typeface="Arial" panose="020B0604020202020204" pitchFamily="34" charset="0"/>
              </a:rPr>
              <a:t>Land Survey</a:t>
            </a:r>
          </a:p>
          <a:p>
            <a:pPr marL="228600" indent="-228600">
              <a:buAutoNum type="arabicParenR"/>
            </a:pPr>
            <a:r>
              <a:rPr lang="en-US" sz="1100" dirty="0" smtClean="0">
                <a:latin typeface="Microsoft PhagsPa" pitchFamily="34" charset="0"/>
                <a:cs typeface="Arial" panose="020B0604020202020204" pitchFamily="34" charset="0"/>
              </a:rPr>
              <a:t>Road and Bridge Survey</a:t>
            </a:r>
          </a:p>
          <a:p>
            <a:pPr marL="228600" indent="-228600">
              <a:buAutoNum type="arabicParenR"/>
            </a:pPr>
            <a:r>
              <a:rPr lang="en-US" sz="1100" dirty="0" smtClean="0">
                <a:uFillTx/>
                <a:latin typeface="Microsoft PhagsPa" pitchFamily="34" charset="0"/>
                <a:cs typeface="Arial" panose="020B0604020202020204" pitchFamily="34" charset="0"/>
              </a:rPr>
              <a:t>Topographical Survey</a:t>
            </a:r>
          </a:p>
          <a:p>
            <a:pPr marL="228600" indent="-228600">
              <a:buAutoNum type="arabicParenR"/>
            </a:pPr>
            <a:r>
              <a:rPr lang="en-US" sz="1100" dirty="0" smtClean="0">
                <a:latin typeface="Microsoft PhagsPa" pitchFamily="34" charset="0"/>
                <a:cs typeface="Arial" panose="020B0604020202020204" pitchFamily="34" charset="0"/>
              </a:rPr>
              <a:t>Grid and Contour Survey</a:t>
            </a:r>
          </a:p>
          <a:p>
            <a:pPr marL="228600" indent="-228600"/>
            <a:endParaRPr lang="en-US" sz="1100" dirty="0" smtClean="0">
              <a:latin typeface="Microsoft PhagsPa" pitchFamily="34" charset="0"/>
              <a:cs typeface="Arial" panose="020B0604020202020204" pitchFamily="34" charset="0"/>
            </a:endParaRPr>
          </a:p>
          <a:p>
            <a:pPr marL="228600" indent="-228600"/>
            <a:r>
              <a:rPr lang="en-US" sz="1100" dirty="0" smtClean="0">
                <a:latin typeface="Microsoft PhagsPa" pitchFamily="34" charset="0"/>
                <a:cs typeface="Arial" panose="020B0604020202020204" pitchFamily="34" charset="0"/>
              </a:rPr>
              <a:t>Construction </a:t>
            </a:r>
            <a:r>
              <a:rPr lang="en-US" sz="1100" dirty="0" smtClean="0">
                <a:latin typeface="Microsoft PhagsPa" pitchFamily="34" charset="0"/>
                <a:cs typeface="Arial" panose="020B0604020202020204" pitchFamily="34" charset="0"/>
              </a:rPr>
              <a:t>Works</a:t>
            </a:r>
          </a:p>
          <a:p>
            <a:pPr marL="228600" indent="-228600"/>
            <a:endParaRPr lang="en-US" sz="1100" dirty="0" smtClean="0">
              <a:uFillTx/>
              <a:latin typeface="Microsoft PhagsPa" pitchFamily="34" charset="0"/>
              <a:cs typeface="Arial" panose="020B0604020202020204" pitchFamily="34" charset="0"/>
            </a:endParaRPr>
          </a:p>
          <a:p>
            <a:pPr marL="228600" indent="-228600">
              <a:buAutoNum type="arabicParenR"/>
            </a:pPr>
            <a:r>
              <a:rPr lang="en-US" sz="1100" dirty="0" smtClean="0">
                <a:latin typeface="Microsoft PhagsPa" pitchFamily="34" charset="0"/>
                <a:cs typeface="Arial" panose="020B0604020202020204" pitchFamily="34" charset="0"/>
              </a:rPr>
              <a:t>Architectural &amp; Structural Designs</a:t>
            </a:r>
          </a:p>
          <a:p>
            <a:pPr marL="228600" indent="-228600">
              <a:buAutoNum type="arabicParenR"/>
            </a:pPr>
            <a:r>
              <a:rPr lang="en-US" sz="1100" dirty="0" smtClean="0">
                <a:latin typeface="Microsoft PhagsPa" pitchFamily="34" charset="0"/>
                <a:cs typeface="Arial" panose="020B0604020202020204" pitchFamily="34" charset="0"/>
              </a:rPr>
              <a:t>Interior  Design</a:t>
            </a:r>
          </a:p>
          <a:p>
            <a:pPr marL="228600" indent="-228600">
              <a:buAutoNum type="arabicParenR"/>
            </a:pPr>
            <a:r>
              <a:rPr lang="en-US" sz="1100" dirty="0" smtClean="0">
                <a:latin typeface="Microsoft PhagsPa" pitchFamily="34" charset="0"/>
                <a:cs typeface="Arial" panose="020B0604020202020204" pitchFamily="34" charset="0"/>
              </a:rPr>
              <a:t>Estimation </a:t>
            </a:r>
          </a:p>
          <a:p>
            <a:pPr marL="228600" indent="-228600">
              <a:buAutoNum type="arabicParenR"/>
            </a:pPr>
            <a:endParaRPr lang="en-US" sz="1100" dirty="0">
              <a:uFillTx/>
              <a:latin typeface="Microsoft PhagsPa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/>
          <p:cNvSpPr txBox="1">
            <a:spLocks/>
          </p:cNvSpPr>
          <p:nvPr/>
        </p:nvSpPr>
        <p:spPr>
          <a:xfrm>
            <a:off x="4266292" y="308951"/>
            <a:ext cx="24475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 smtClean="0">
                <a:solidFill>
                  <a:srgbClr val="BED7EB"/>
                </a:solidFill>
                <a:uFillTx/>
                <a:latin typeface="Segoe UI Black" pitchFamily="34" charset="0"/>
                <a:ea typeface="Segoe UI Black" pitchFamily="34" charset="0"/>
              </a:rPr>
              <a:t>RA Constructions &amp;</a:t>
            </a:r>
          </a:p>
          <a:p>
            <a:pPr algn="ctr"/>
            <a:r>
              <a:rPr lang="en-US" sz="1700" b="1" dirty="0" smtClean="0">
                <a:solidFill>
                  <a:srgbClr val="BED7EB"/>
                </a:solidFill>
                <a:latin typeface="Segoe UI Black" pitchFamily="34" charset="0"/>
                <a:ea typeface="Segoe UI Black" pitchFamily="34" charset="0"/>
              </a:rPr>
              <a:t>Surveyors </a:t>
            </a:r>
            <a:endParaRPr lang="en-US" sz="1700" b="1" dirty="0">
              <a:solidFill>
                <a:srgbClr val="BED7EB"/>
              </a:solidFill>
              <a:uFillTx/>
              <a:latin typeface="Segoe UI Black" pitchFamily="34" charset="0"/>
              <a:ea typeface="Segoe UI Black" pitchFamily="34" charset="0"/>
            </a:endParaRPr>
          </a:p>
        </p:txBody>
      </p:sp>
      <p:pic>
        <p:nvPicPr>
          <p:cNvPr id="55" name="Graphic 54" descr="Receiver"/>
          <p:cNvPicPr>
            <a:picLocks noChangeAspect="1"/>
          </p:cNvPicPr>
          <p:nvPr/>
        </p:nvPicPr>
        <p:blipFill>
          <a:blip r:embed="rId6" cstate="email"/>
          <a:stretch>
            <a:fillRect/>
          </a:stretch>
        </p:blipFill>
        <p:spPr>
          <a:xfrm flipH="1">
            <a:off x="6194532" y="1307381"/>
            <a:ext cx="253917" cy="253917"/>
          </a:xfrm>
          <a:prstGeom prst="rect">
            <a:avLst/>
          </a:prstGeom>
        </p:spPr>
      </p:pic>
      <p:pic>
        <p:nvPicPr>
          <p:cNvPr id="57" name="Graphic 56" descr="Envelope"/>
          <p:cNvPicPr>
            <a:picLocks noChangeAspect="1"/>
          </p:cNvPicPr>
          <p:nvPr/>
        </p:nvPicPr>
        <p:blipFill>
          <a:blip r:embed="rId7" cstate="email"/>
          <a:stretch>
            <a:fillRect/>
          </a:stretch>
        </p:blipFill>
        <p:spPr>
          <a:xfrm>
            <a:off x="6189146" y="1725206"/>
            <a:ext cx="246020" cy="246020"/>
          </a:xfrm>
          <a:prstGeom prst="rect">
            <a:avLst/>
          </a:prstGeom>
        </p:spPr>
      </p:pic>
      <p:pic>
        <p:nvPicPr>
          <p:cNvPr id="59" name="Graphic 58" descr="Marker"/>
          <p:cNvPicPr>
            <a:picLocks noChangeAspect="1"/>
          </p:cNvPicPr>
          <p:nvPr/>
        </p:nvPicPr>
        <p:blipFill>
          <a:blip r:embed="rId8" cstate="email"/>
          <a:stretch>
            <a:fillRect/>
          </a:stretch>
        </p:blipFill>
        <p:spPr>
          <a:xfrm>
            <a:off x="6100969" y="2164688"/>
            <a:ext cx="389582" cy="389582"/>
          </a:xfrm>
          <a:prstGeom prst="rect">
            <a:avLst/>
          </a:prstGeom>
        </p:spPr>
      </p:pic>
      <p:sp>
        <p:nvSpPr>
          <p:cNvPr id="60" name="TextBox 59"/>
          <p:cNvSpPr txBox="1">
            <a:spLocks/>
          </p:cNvSpPr>
          <p:nvPr/>
        </p:nvSpPr>
        <p:spPr>
          <a:xfrm>
            <a:off x="4256698" y="1245413"/>
            <a:ext cx="18601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 smtClean="0">
                <a:solidFill>
                  <a:srgbClr val="BED7EB"/>
                </a:solidFill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+91 8169214590</a:t>
            </a:r>
          </a:p>
          <a:p>
            <a:pPr algn="r"/>
            <a:r>
              <a:rPr lang="en-US" sz="1050" dirty="0" smtClean="0">
                <a:solidFill>
                  <a:srgbClr val="BED7EB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+91 7743824921</a:t>
            </a:r>
            <a:endParaRPr lang="en-US" sz="1050" dirty="0">
              <a:solidFill>
                <a:srgbClr val="BED7EB"/>
              </a:solidFill>
              <a:uFillTx/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>
            <a:spLocks/>
          </p:cNvSpPr>
          <p:nvPr/>
        </p:nvSpPr>
        <p:spPr>
          <a:xfrm>
            <a:off x="4135395" y="1715385"/>
            <a:ext cx="19911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 smtClean="0">
                <a:solidFill>
                  <a:srgbClr val="BED7EB"/>
                </a:solidFill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raconstructions@gmail.com</a:t>
            </a:r>
            <a:endParaRPr lang="en-US" sz="1050" dirty="0">
              <a:solidFill>
                <a:srgbClr val="BED7EB"/>
              </a:solidFill>
              <a:uFillTx/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>
            <a:spLocks/>
          </p:cNvSpPr>
          <p:nvPr/>
        </p:nvSpPr>
        <p:spPr>
          <a:xfrm>
            <a:off x="4306091" y="2118272"/>
            <a:ext cx="186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 smtClean="0">
                <a:solidFill>
                  <a:srgbClr val="BED7EB"/>
                </a:solidFill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Pune</a:t>
            </a:r>
            <a:endParaRPr lang="en-US" sz="1050" dirty="0">
              <a:solidFill>
                <a:srgbClr val="BED7EB"/>
              </a:solidFill>
              <a:uFillTx/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/>
          <p:cNvSpPr txBox="1">
            <a:spLocks/>
          </p:cNvSpPr>
          <p:nvPr/>
        </p:nvSpPr>
        <p:spPr>
          <a:xfrm>
            <a:off x="4312691" y="2345251"/>
            <a:ext cx="18601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 smtClean="0">
                <a:solidFill>
                  <a:srgbClr val="BED7EB"/>
                </a:solidFill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Mumbai</a:t>
            </a:r>
            <a:endParaRPr lang="en-US" sz="1050" dirty="0">
              <a:solidFill>
                <a:srgbClr val="BED7EB"/>
              </a:solidFill>
              <a:uFillTx/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Freeform: Shape 74"/>
          <p:cNvSpPr>
            <a:spLocks/>
          </p:cNvSpPr>
          <p:nvPr/>
        </p:nvSpPr>
        <p:spPr>
          <a:xfrm>
            <a:off x="6560010" y="0"/>
            <a:ext cx="3345990" cy="4340795"/>
          </a:xfrm>
          <a:custGeom>
            <a:avLst/>
            <a:gdLst>
              <a:gd name="connsiteX0" fmla="*/ 201980 w 3345990"/>
              <a:gd name="connsiteY0" fmla="*/ 184900 h 4340795"/>
              <a:gd name="connsiteX1" fmla="*/ 201980 w 3345990"/>
              <a:gd name="connsiteY1" fmla="*/ 1486050 h 4340795"/>
              <a:gd name="connsiteX2" fmla="*/ 200330 w 3345990"/>
              <a:gd name="connsiteY2" fmla="*/ 1486050 h 4340795"/>
              <a:gd name="connsiteX3" fmla="*/ 200330 w 3345990"/>
              <a:gd name="connsiteY3" fmla="*/ 3916004 h 4340795"/>
              <a:gd name="connsiteX4" fmla="*/ 3142526 w 3345990"/>
              <a:gd name="connsiteY4" fmla="*/ 1486053 h 4340795"/>
              <a:gd name="connsiteX5" fmla="*/ 3142529 w 3345990"/>
              <a:gd name="connsiteY5" fmla="*/ 1486053 h 4340795"/>
              <a:gd name="connsiteX6" fmla="*/ 3142529 w 3345990"/>
              <a:gd name="connsiteY6" fmla="*/ 1486050 h 4340795"/>
              <a:gd name="connsiteX7" fmla="*/ 3142529 w 3345990"/>
              <a:gd name="connsiteY7" fmla="*/ 184900 h 4340795"/>
              <a:gd name="connsiteX8" fmla="*/ 1876 w 3345990"/>
              <a:gd name="connsiteY8" fmla="*/ 0 h 4340795"/>
              <a:gd name="connsiteX9" fmla="*/ 3345990 w 3345990"/>
              <a:gd name="connsiteY9" fmla="*/ 0 h 4340795"/>
              <a:gd name="connsiteX10" fmla="*/ 3345990 w 3345990"/>
              <a:gd name="connsiteY10" fmla="*/ 1513768 h 4340795"/>
              <a:gd name="connsiteX11" fmla="*/ 3345990 w 3345990"/>
              <a:gd name="connsiteY11" fmla="*/ 1513771 h 4340795"/>
              <a:gd name="connsiteX12" fmla="*/ 3345987 w 3345990"/>
              <a:gd name="connsiteY12" fmla="*/ 1513771 h 4340795"/>
              <a:gd name="connsiteX13" fmla="*/ 0 w 3345990"/>
              <a:gd name="connsiteY13" fmla="*/ 4340795 h 4340795"/>
              <a:gd name="connsiteX14" fmla="*/ 0 w 3345990"/>
              <a:gd name="connsiteY14" fmla="*/ 1513768 h 4340795"/>
              <a:gd name="connsiteX15" fmla="*/ 1876 w 3345990"/>
              <a:gd name="connsiteY15" fmla="*/ 1513768 h 434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45990" h="4340795">
                <a:moveTo>
                  <a:pt x="201980" y="184900"/>
                </a:moveTo>
                <a:lnTo>
                  <a:pt x="201980" y="1486050"/>
                </a:lnTo>
                <a:lnTo>
                  <a:pt x="200330" y="1486050"/>
                </a:lnTo>
                <a:lnTo>
                  <a:pt x="200330" y="3916004"/>
                </a:lnTo>
                <a:lnTo>
                  <a:pt x="3142526" y="1486053"/>
                </a:lnTo>
                <a:lnTo>
                  <a:pt x="3142529" y="1486053"/>
                </a:lnTo>
                <a:lnTo>
                  <a:pt x="3142529" y="1486050"/>
                </a:lnTo>
                <a:lnTo>
                  <a:pt x="3142529" y="184900"/>
                </a:lnTo>
                <a:close/>
                <a:moveTo>
                  <a:pt x="1876" y="0"/>
                </a:moveTo>
                <a:lnTo>
                  <a:pt x="3345990" y="0"/>
                </a:lnTo>
                <a:lnTo>
                  <a:pt x="3345990" y="1513768"/>
                </a:lnTo>
                <a:lnTo>
                  <a:pt x="3345990" y="1513771"/>
                </a:lnTo>
                <a:lnTo>
                  <a:pt x="3345987" y="1513771"/>
                </a:lnTo>
                <a:lnTo>
                  <a:pt x="0" y="4340795"/>
                </a:lnTo>
                <a:lnTo>
                  <a:pt x="0" y="1513768"/>
                </a:lnTo>
                <a:lnTo>
                  <a:pt x="1876" y="1513768"/>
                </a:lnTo>
                <a:close/>
              </a:path>
            </a:pathLst>
          </a:custGeom>
          <a:solidFill>
            <a:srgbClr val="577B91"/>
          </a:solidFill>
          <a:ln>
            <a:noFill/>
          </a:ln>
          <a:effectLst>
            <a:innerShdw blurRad="63500" dist="50800">
              <a:srgbClr val="000000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sp>
        <p:nvSpPr>
          <p:cNvPr id="78" name="Freeform: Shape 77"/>
          <p:cNvSpPr>
            <a:spLocks/>
          </p:cNvSpPr>
          <p:nvPr/>
        </p:nvSpPr>
        <p:spPr>
          <a:xfrm rot="18910538">
            <a:off x="2434441" y="2479312"/>
            <a:ext cx="3320386" cy="5674232"/>
          </a:xfrm>
          <a:custGeom>
            <a:avLst/>
            <a:gdLst>
              <a:gd name="connsiteX0" fmla="*/ 3136765 w 3320386"/>
              <a:gd name="connsiteY0" fmla="*/ 467552 h 5674232"/>
              <a:gd name="connsiteX1" fmla="*/ 258557 w 3320386"/>
              <a:gd name="connsiteY1" fmla="*/ 3363458 h 5674232"/>
              <a:gd name="connsiteX2" fmla="*/ 2293680 w 3320386"/>
              <a:gd name="connsiteY2" fmla="*/ 5386142 h 5674232"/>
              <a:gd name="connsiteX3" fmla="*/ 3136765 w 3320386"/>
              <a:gd name="connsiteY3" fmla="*/ 4537872 h 5674232"/>
              <a:gd name="connsiteX4" fmla="*/ 3320386 w 3320386"/>
              <a:gd name="connsiteY4" fmla="*/ 0 h 5674232"/>
              <a:gd name="connsiteX5" fmla="*/ 3320386 w 3320386"/>
              <a:gd name="connsiteY5" fmla="*/ 4695643 h 5674232"/>
              <a:gd name="connsiteX6" fmla="*/ 2347778 w 3320386"/>
              <a:gd name="connsiteY6" fmla="*/ 5674232 h 5674232"/>
              <a:gd name="connsiteX7" fmla="*/ 0 w 3320386"/>
              <a:gd name="connsiteY7" fmla="*/ 3340804 h 567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0386" h="5674232">
                <a:moveTo>
                  <a:pt x="3136765" y="467552"/>
                </a:moveTo>
                <a:lnTo>
                  <a:pt x="258557" y="3363458"/>
                </a:lnTo>
                <a:lnTo>
                  <a:pt x="2293680" y="5386142"/>
                </a:lnTo>
                <a:lnTo>
                  <a:pt x="3136765" y="4537872"/>
                </a:lnTo>
                <a:close/>
                <a:moveTo>
                  <a:pt x="3320386" y="0"/>
                </a:moveTo>
                <a:lnTo>
                  <a:pt x="3320386" y="4695643"/>
                </a:lnTo>
                <a:lnTo>
                  <a:pt x="2347778" y="5674232"/>
                </a:lnTo>
                <a:lnTo>
                  <a:pt x="0" y="3340804"/>
                </a:lnTo>
                <a:close/>
              </a:path>
            </a:pathLst>
          </a:custGeom>
          <a:solidFill>
            <a:srgbClr val="577B91"/>
          </a:solidFill>
          <a:ln>
            <a:noFill/>
          </a:ln>
          <a:effectLst>
            <a:innerShdw blurRad="63500" dist="50800">
              <a:srgbClr val="000000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sp>
        <p:nvSpPr>
          <p:cNvPr id="80" name="Rectangle 79"/>
          <p:cNvSpPr>
            <a:spLocks/>
          </p:cNvSpPr>
          <p:nvPr/>
        </p:nvSpPr>
        <p:spPr>
          <a:xfrm flipH="1">
            <a:off x="2619642" y="-14092"/>
            <a:ext cx="670531" cy="6872092"/>
          </a:xfrm>
          <a:prstGeom prst="rect">
            <a:avLst/>
          </a:prstGeom>
          <a:gradFill flip="none" rotWithShape="1">
            <a:gsLst>
              <a:gs pos="44000">
                <a:schemeClr val="bg1">
                  <a:alpha val="0"/>
                </a:schemeClr>
              </a:gs>
              <a:gs pos="100000">
                <a:schemeClr val="tx1">
                  <a:alpha val="17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uFillTx/>
              </a:defRPr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 80"/>
          <p:cNvSpPr>
            <a:spLocks/>
          </p:cNvSpPr>
          <p:nvPr/>
        </p:nvSpPr>
        <p:spPr>
          <a:xfrm>
            <a:off x="6586660" y="0"/>
            <a:ext cx="938226" cy="6872092"/>
          </a:xfrm>
          <a:prstGeom prst="rect">
            <a:avLst/>
          </a:prstGeom>
          <a:gradFill flip="none" rotWithShape="1">
            <a:gsLst>
              <a:gs pos="49000">
                <a:schemeClr val="bg1">
                  <a:alpha val="0"/>
                </a:schemeClr>
              </a:gs>
              <a:gs pos="100000">
                <a:schemeClr val="tx1">
                  <a:alpha val="17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uFillTx/>
              </a:defRPr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Picture 49" descr="1583260598681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270420" y="168953"/>
            <a:ext cx="1371889" cy="934917"/>
          </a:xfrm>
          <a:prstGeom prst="rect">
            <a:avLst/>
          </a:prstGeom>
        </p:spPr>
      </p:pic>
      <p:pic>
        <p:nvPicPr>
          <p:cNvPr id="51" name="Picture 50" descr="1583260530106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444746" y="5539946"/>
            <a:ext cx="1763717" cy="14169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</TotalTime>
  <Words>116</Words>
  <Application>Microsoft Office PowerPoint</Application>
  <PresentationFormat>A4 Paper (210x297 mm)</PresentationFormat>
  <Paragraphs>27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owaisarabia@gmail.com</dc:creator>
  <cp:lastModifiedBy>Admin</cp:lastModifiedBy>
  <cp:revision>27</cp:revision>
  <dcterms:created xsi:type="dcterms:W3CDTF">2019-11-16T10:32:14Z</dcterms:created>
  <dcterms:modified xsi:type="dcterms:W3CDTF">2020-12-14T07:32:42Z</dcterms:modified>
</cp:coreProperties>
</file>